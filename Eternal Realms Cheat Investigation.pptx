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in one sentence. Then: "Duskmire asked for three things: a data platform built from their beta snapshot, proof that it supports their reports, and an answer to who cheated and how. I'll walk through how I handled the data, what I found, and then show it running live." Keep this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472690"/>
            <a:ext cx="1056640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6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6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684270"/>
            <a:ext cx="10566400" cy="236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472690"/>
            <a:ext cx="1056640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6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6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684270"/>
            <a:ext cx="10566400" cy="236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0A33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93421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E0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DATA ENGINEER CHALLENGE · DUSKMIRE STUDIOS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472690"/>
            <a:ext cx="10883392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140"/>
              </a:lnSpc>
              <a:buNone/>
            </a:pPr>
            <a:r>
              <a:rPr lang="en-US" sz="68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ETERNAL REALMS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12800" y="363347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CFD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and cheat investigation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4354830"/>
            <a:ext cx="85026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9.65 million game events, 7 data problems fixed, 13 cheat rules, 5 cheaters caught, every finding traced back to its source events.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02680"/>
            <a:ext cx="3225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Chidi (Dee) · October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ernal Realms: Cheat Investigation">
  <a:themeElements>
    <a:clrScheme name="Eternal Realms: Cheat Investigation">
      <a:dk1>
        <a:srgbClr val="14181F"/>
      </a:dk1>
      <a:lt1>
        <a:srgbClr val="F4F1EA"/>
      </a:lt1>
      <a:dk2>
        <a:srgbClr val="2A2E33"/>
      </a:dk2>
      <a:lt2>
        <a:srgbClr val="BCBBB7"/>
      </a:lt2>
      <a:accent1>
        <a:srgbClr val="E0A33A"/>
      </a:accent1>
      <a:accent2>
        <a:srgbClr val="AEB7C2"/>
      </a:accent2>
      <a:accent3>
        <a:srgbClr val="CFD6DF"/>
      </a:accent3>
      <a:accent4>
        <a:srgbClr val="9AA0A6"/>
      </a:accent4>
      <a:accent5>
        <a:srgbClr val="9A9A99"/>
      </a:accent5>
      <a:accent6>
        <a:srgbClr val="797A7A"/>
      </a:accent6>
      <a:hlink>
        <a:srgbClr val="0563C1"/>
      </a:hlink>
      <a:folHlink>
        <a:srgbClr val="954F72"/>
      </a:folHlink>
    </a:clrScheme>
    <a:fontScheme name="Eternal Realms: Cheat Investig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Eternal Realms: Cheat Investigation</dc:title>
  <dc:subject/>
  <dc:creator/>
  <cp:lastModifiedBy/>
  <cp:revision>1</cp:revision>
  <dcterms:created xsi:type="dcterms:W3CDTF">2026-10-02T07:37:03Z</dcterms:created>
  <dcterms:modified xsi:type="dcterms:W3CDTF">2026-10-02T07:37:03Z</dcterms:modified>
</cp:coreProperties>
</file>